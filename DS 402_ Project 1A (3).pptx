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Lexend SemiBold"/>
      <p:regular r:id="rId27"/>
      <p:bold r:id="rId28"/>
    </p:embeddedFont>
    <p:embeddedFont>
      <p:font typeface="Lexen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SemiBold-bold.fntdata"/><Relationship Id="rId27" Type="http://schemas.openxmlformats.org/officeDocument/2006/relationships/font" Target="fonts/Lexend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exen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e5171d3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e5171d3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e5171d3c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e5171d3c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e5171d3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ae5171d3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e5171d3c7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ae5171d3c7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ea4bf6c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ea4bf6c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8662996ed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8662996ed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8662996e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8662996e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8662996e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8662996e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662996ed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8662996e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e5171d3c7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e5171d3c7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e5171d3c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ae5171d3c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662996ed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662996ed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8662996ed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8662996ed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662996ed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8662996ed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662996ed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8662996ed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pranav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f645344a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f645344a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pranav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8662996ed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8662996ed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pranav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e5171d3c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ae5171d3c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pranav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8662996ed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8662996ed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e5171d3c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ae5171d3c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643200" y="659425"/>
            <a:ext cx="3146400" cy="1091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2216400" y="1750725"/>
            <a:ext cx="4711200" cy="2187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1686400" y="1750825"/>
            <a:ext cx="528900" cy="52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927600" y="2843900"/>
            <a:ext cx="528900" cy="109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14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3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304800" y="3161075"/>
            <a:ext cx="2851500" cy="16791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999150" y="3161050"/>
            <a:ext cx="2840100" cy="167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156175" y="3161150"/>
            <a:ext cx="2851500" cy="1679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4208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3076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3164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4" type="pic"/>
          </p:nvPr>
        </p:nvSpPr>
        <p:spPr>
          <a:xfrm>
            <a:off x="31591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5"/>
          <p:cNvSpPr/>
          <p:nvPr>
            <p:ph idx="5" type="pic"/>
          </p:nvPr>
        </p:nvSpPr>
        <p:spPr>
          <a:xfrm>
            <a:off x="6010625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04800" y="305325"/>
            <a:ext cx="2851500" cy="1009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59125" y="811350"/>
            <a:ext cx="1159500" cy="50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6" type="subTitle"/>
          </p:nvPr>
        </p:nvSpPr>
        <p:spPr>
          <a:xfrm>
            <a:off x="3156683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7" type="body"/>
          </p:nvPr>
        </p:nvSpPr>
        <p:spPr>
          <a:xfrm>
            <a:off x="3158960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8" type="subTitle"/>
          </p:nvPr>
        </p:nvSpPr>
        <p:spPr>
          <a:xfrm>
            <a:off x="6007809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9" type="body"/>
          </p:nvPr>
        </p:nvSpPr>
        <p:spPr>
          <a:xfrm>
            <a:off x="60100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1 Overview">
  <p:cSld name="TITLE_3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1172300" y="660200"/>
            <a:ext cx="47112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883500" y="1756696"/>
            <a:ext cx="1224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1195425" y="734045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6"/>
          <p:cNvSpPr/>
          <p:nvPr>
            <p:ph idx="2" type="pic"/>
          </p:nvPr>
        </p:nvSpPr>
        <p:spPr>
          <a:xfrm>
            <a:off x="3260500" y="2309850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/>
          <p:nvPr>
            <p:ph idx="3" type="pic"/>
          </p:nvPr>
        </p:nvSpPr>
        <p:spPr>
          <a:xfrm>
            <a:off x="4849525" y="2309850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3523325" y="2195625"/>
            <a:ext cx="4990200" cy="2385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420210" y="220220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78750" y="56225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378750" y="56225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>
            <a:off x="3523323" y="165420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623075" y="2300000"/>
            <a:ext cx="47907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2 Overview">
  <p:cSld name="TITLE_3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>
            <p:ph idx="2" type="pic"/>
          </p:nvPr>
        </p:nvSpPr>
        <p:spPr>
          <a:xfrm>
            <a:off x="3793600" y="2297107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8"/>
          <p:cNvSpPr/>
          <p:nvPr>
            <p:ph idx="3" type="pic"/>
          </p:nvPr>
        </p:nvSpPr>
        <p:spPr>
          <a:xfrm>
            <a:off x="663400" y="2297107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8"/>
          <p:cNvSpPr/>
          <p:nvPr/>
        </p:nvSpPr>
        <p:spPr>
          <a:xfrm>
            <a:off x="1689800" y="660200"/>
            <a:ext cx="4711200" cy="163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160900" y="1757477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1721834" y="727054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Overview (5)">
  <p:cSld name="TITLE_3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298300" y="1431975"/>
            <a:ext cx="1713600" cy="1890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431665" y="1431975"/>
            <a:ext cx="1713600" cy="1890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137667" y="1431975"/>
            <a:ext cx="1713600" cy="1890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011981" y="1431975"/>
            <a:ext cx="1713600" cy="1890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717983" y="1431975"/>
            <a:ext cx="1713600" cy="1890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089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544426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3" type="body"/>
          </p:nvPr>
        </p:nvSpPr>
        <p:spPr>
          <a:xfrm>
            <a:off x="7105524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4" type="body"/>
          </p:nvPr>
        </p:nvSpPr>
        <p:spPr>
          <a:xfrm>
            <a:off x="2037027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" name="Google Shape;117;p19"/>
          <p:cNvSpPr/>
          <p:nvPr>
            <p:ph idx="6" type="pic"/>
          </p:nvPr>
        </p:nvSpPr>
        <p:spPr>
          <a:xfrm>
            <a:off x="7137800" y="3322275"/>
            <a:ext cx="17136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9"/>
          <p:cNvSpPr/>
          <p:nvPr>
            <p:ph idx="7" type="pic"/>
          </p:nvPr>
        </p:nvSpPr>
        <p:spPr>
          <a:xfrm>
            <a:off x="5427747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9"/>
          <p:cNvSpPr/>
          <p:nvPr>
            <p:ph idx="8" type="pic"/>
          </p:nvPr>
        </p:nvSpPr>
        <p:spPr>
          <a:xfrm>
            <a:off x="3723042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9"/>
          <p:cNvSpPr/>
          <p:nvPr>
            <p:ph idx="9" type="pic"/>
          </p:nvPr>
        </p:nvSpPr>
        <p:spPr>
          <a:xfrm>
            <a:off x="2011891" y="3322275"/>
            <a:ext cx="1728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9"/>
          <p:cNvSpPr/>
          <p:nvPr>
            <p:ph idx="13" type="pic"/>
          </p:nvPr>
        </p:nvSpPr>
        <p:spPr>
          <a:xfrm>
            <a:off x="298300" y="3322275"/>
            <a:ext cx="1716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298300" y="301050"/>
            <a:ext cx="40203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Goal">
  <p:cSld name="TITLE_3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298312" y="301050"/>
            <a:ext cx="5646900" cy="531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279185" y="31227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/>
        </p:nvSpPr>
        <p:spPr>
          <a:xfrm>
            <a:off x="4463246" y="3362570"/>
            <a:ext cx="1190400" cy="97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5653655" y="3362561"/>
            <a:ext cx="487500" cy="47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463250" y="1056975"/>
            <a:ext cx="4371300" cy="2305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4481951" y="1068225"/>
            <a:ext cx="4338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/>
          <p:nvPr>
            <p:ph idx="2" type="pic"/>
          </p:nvPr>
        </p:nvSpPr>
        <p:spPr>
          <a:xfrm>
            <a:off x="298300" y="1055350"/>
            <a:ext cx="4165800" cy="378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0"/>
          <p:cNvSpPr txBox="1"/>
          <p:nvPr>
            <p:ph idx="3" type="body"/>
          </p:nvPr>
        </p:nvSpPr>
        <p:spPr>
          <a:xfrm>
            <a:off x="4484120" y="1667497"/>
            <a:ext cx="4338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" name="Google Shape;135;p2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20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 Detailed Outline + Key Features">
  <p:cSld name="TITLE_3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6076827" y="986538"/>
            <a:ext cx="25152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2" type="subTitle"/>
          </p:nvPr>
        </p:nvSpPr>
        <p:spPr>
          <a:xfrm>
            <a:off x="194675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1178298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subTitle"/>
          </p:nvPr>
        </p:nvSpPr>
        <p:spPr>
          <a:xfrm>
            <a:off x="2161921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5" type="subTitle"/>
          </p:nvPr>
        </p:nvSpPr>
        <p:spPr>
          <a:xfrm>
            <a:off x="3139107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6" type="subTitle"/>
          </p:nvPr>
        </p:nvSpPr>
        <p:spPr>
          <a:xfrm>
            <a:off x="4108806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7" type="subTitle"/>
          </p:nvPr>
        </p:nvSpPr>
        <p:spPr>
          <a:xfrm>
            <a:off x="5092429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1"/>
          <p:cNvSpPr/>
          <p:nvPr/>
        </p:nvSpPr>
        <p:spPr>
          <a:xfrm>
            <a:off x="298300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5197656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21"/>
          <p:cNvSpPr txBox="1"/>
          <p:nvPr>
            <p:ph idx="8" type="body"/>
          </p:nvPr>
        </p:nvSpPr>
        <p:spPr>
          <a:xfrm>
            <a:off x="30268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21"/>
          <p:cNvSpPr txBox="1"/>
          <p:nvPr>
            <p:ph idx="9" type="body"/>
          </p:nvPr>
        </p:nvSpPr>
        <p:spPr>
          <a:xfrm>
            <a:off x="5210863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21"/>
          <p:cNvSpPr/>
          <p:nvPr/>
        </p:nvSpPr>
        <p:spPr>
          <a:xfrm>
            <a:off x="3239217" y="1301925"/>
            <a:ext cx="982800" cy="353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21"/>
          <p:cNvSpPr txBox="1"/>
          <p:nvPr>
            <p:ph idx="13" type="body"/>
          </p:nvPr>
        </p:nvSpPr>
        <p:spPr>
          <a:xfrm>
            <a:off x="3251210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3" name="Google Shape;153;p21"/>
          <p:cNvSpPr/>
          <p:nvPr/>
        </p:nvSpPr>
        <p:spPr>
          <a:xfrm>
            <a:off x="4215083" y="1301925"/>
            <a:ext cx="982800" cy="35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21"/>
          <p:cNvSpPr txBox="1"/>
          <p:nvPr>
            <p:ph idx="14" type="body"/>
          </p:nvPr>
        </p:nvSpPr>
        <p:spPr>
          <a:xfrm>
            <a:off x="4233736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5" name="Google Shape;155;p21"/>
          <p:cNvSpPr/>
          <p:nvPr/>
        </p:nvSpPr>
        <p:spPr>
          <a:xfrm>
            <a:off x="1280779" y="1301925"/>
            <a:ext cx="982800" cy="353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21"/>
          <p:cNvSpPr txBox="1"/>
          <p:nvPr>
            <p:ph idx="15" type="body"/>
          </p:nvPr>
        </p:nvSpPr>
        <p:spPr>
          <a:xfrm>
            <a:off x="128614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7" name="Google Shape;157;p21"/>
          <p:cNvSpPr/>
          <p:nvPr/>
        </p:nvSpPr>
        <p:spPr>
          <a:xfrm>
            <a:off x="2256692" y="1301925"/>
            <a:ext cx="982800" cy="353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21"/>
          <p:cNvSpPr txBox="1"/>
          <p:nvPr>
            <p:ph idx="16" type="body"/>
          </p:nvPr>
        </p:nvSpPr>
        <p:spPr>
          <a:xfrm>
            <a:off x="2268684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21"/>
          <p:cNvSpPr/>
          <p:nvPr/>
        </p:nvSpPr>
        <p:spPr>
          <a:xfrm>
            <a:off x="6182130" y="1301927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182130" y="2680069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1"/>
          <p:cNvSpPr txBox="1"/>
          <p:nvPr>
            <p:ph idx="17" type="subTitle"/>
          </p:nvPr>
        </p:nvSpPr>
        <p:spPr>
          <a:xfrm>
            <a:off x="6164355" y="1264050"/>
            <a:ext cx="2472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18" type="body"/>
          </p:nvPr>
        </p:nvSpPr>
        <p:spPr>
          <a:xfrm>
            <a:off x="6160825" y="1743763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9" type="subTitle"/>
          </p:nvPr>
        </p:nvSpPr>
        <p:spPr>
          <a:xfrm>
            <a:off x="6164657" y="2640406"/>
            <a:ext cx="2686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idx="20" type="body"/>
          </p:nvPr>
        </p:nvSpPr>
        <p:spPr>
          <a:xfrm>
            <a:off x="6160825" y="2978547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" name="Google Shape;165;p2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vel Details">
  <p:cSld name="TITLE_3_1_1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298300" y="301050"/>
            <a:ext cx="35340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279178" y="338025"/>
            <a:ext cx="3537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3836145" y="1334531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2"/>
          <p:cNvSpPr/>
          <p:nvPr>
            <p:ph idx="3" type="pic"/>
          </p:nvPr>
        </p:nvSpPr>
        <p:spPr>
          <a:xfrm>
            <a:off x="3836145" y="2892484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2"/>
          <p:cNvSpPr/>
          <p:nvPr/>
        </p:nvSpPr>
        <p:spPr>
          <a:xfrm>
            <a:off x="5324404" y="2374069"/>
            <a:ext cx="2480100" cy="2086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5321031" y="2388890"/>
            <a:ext cx="24801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" name="Google Shape;176;p22"/>
          <p:cNvSpPr/>
          <p:nvPr/>
        </p:nvSpPr>
        <p:spPr>
          <a:xfrm>
            <a:off x="5324434" y="790425"/>
            <a:ext cx="3021000" cy="1584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42990" y="908254"/>
            <a:ext cx="2989200" cy="2589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2"/>
          <p:cNvSpPr txBox="1"/>
          <p:nvPr>
            <p:ph idx="4" type="body"/>
          </p:nvPr>
        </p:nvSpPr>
        <p:spPr>
          <a:xfrm>
            <a:off x="866096" y="1255168"/>
            <a:ext cx="29511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" name="Google Shape;179;p22"/>
          <p:cNvSpPr txBox="1"/>
          <p:nvPr>
            <p:ph idx="5" type="body"/>
          </p:nvPr>
        </p:nvSpPr>
        <p:spPr>
          <a:xfrm>
            <a:off x="5321025" y="801853"/>
            <a:ext cx="30165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6" type="subTitle"/>
          </p:nvPr>
        </p:nvSpPr>
        <p:spPr>
          <a:xfrm>
            <a:off x="854800" y="922100"/>
            <a:ext cx="29511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3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3263350" y="1223800"/>
            <a:ext cx="2617200" cy="2725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3"/>
          <p:cNvSpPr txBox="1"/>
          <p:nvPr>
            <p:ph idx="1" type="subTitle"/>
          </p:nvPr>
        </p:nvSpPr>
        <p:spPr>
          <a:xfrm>
            <a:off x="32634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/>
          <p:nvPr/>
        </p:nvSpPr>
        <p:spPr>
          <a:xfrm>
            <a:off x="643300" y="1223800"/>
            <a:ext cx="2617200" cy="2725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3"/>
          <p:cNvSpPr txBox="1"/>
          <p:nvPr>
            <p:ph idx="2" type="body"/>
          </p:nvPr>
        </p:nvSpPr>
        <p:spPr>
          <a:xfrm>
            <a:off x="6501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8" name="Google Shape;188;p23"/>
          <p:cNvSpPr/>
          <p:nvPr/>
        </p:nvSpPr>
        <p:spPr>
          <a:xfrm>
            <a:off x="5883400" y="1223800"/>
            <a:ext cx="2617200" cy="272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3"/>
          <p:cNvSpPr txBox="1"/>
          <p:nvPr>
            <p:ph idx="3" type="subTitle"/>
          </p:nvPr>
        </p:nvSpPr>
        <p:spPr>
          <a:xfrm>
            <a:off x="58835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4" type="body"/>
          </p:nvPr>
        </p:nvSpPr>
        <p:spPr>
          <a:xfrm>
            <a:off x="546686" y="3949300"/>
            <a:ext cx="24048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23"/>
          <p:cNvSpPr txBox="1"/>
          <p:nvPr>
            <p:ph idx="5" type="subTitle"/>
          </p:nvPr>
        </p:nvSpPr>
        <p:spPr>
          <a:xfrm>
            <a:off x="6463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6" type="body"/>
          </p:nvPr>
        </p:nvSpPr>
        <p:spPr>
          <a:xfrm>
            <a:off x="32648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7" type="body"/>
          </p:nvPr>
        </p:nvSpPr>
        <p:spPr>
          <a:xfrm>
            <a:off x="588340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4" name="Google Shape;194;p23"/>
          <p:cNvSpPr txBox="1"/>
          <p:nvPr>
            <p:ph idx="8" type="body"/>
          </p:nvPr>
        </p:nvSpPr>
        <p:spPr>
          <a:xfrm>
            <a:off x="65015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5" name="Google Shape;195;p23"/>
          <p:cNvSpPr txBox="1"/>
          <p:nvPr>
            <p:ph idx="9" type="body"/>
          </p:nvPr>
        </p:nvSpPr>
        <p:spPr>
          <a:xfrm>
            <a:off x="18804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" name="Google Shape;196;p23"/>
          <p:cNvSpPr txBox="1"/>
          <p:nvPr>
            <p:ph idx="13" type="body"/>
          </p:nvPr>
        </p:nvSpPr>
        <p:spPr>
          <a:xfrm>
            <a:off x="32667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7" name="Google Shape;197;p23"/>
          <p:cNvSpPr txBox="1"/>
          <p:nvPr>
            <p:ph idx="14" type="body"/>
          </p:nvPr>
        </p:nvSpPr>
        <p:spPr>
          <a:xfrm>
            <a:off x="44971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8" name="Google Shape;198;p23"/>
          <p:cNvSpPr txBox="1"/>
          <p:nvPr>
            <p:ph idx="15" type="body"/>
          </p:nvPr>
        </p:nvSpPr>
        <p:spPr>
          <a:xfrm>
            <a:off x="58834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9" name="Google Shape;199;p23"/>
          <p:cNvSpPr txBox="1"/>
          <p:nvPr>
            <p:ph idx="16" type="body"/>
          </p:nvPr>
        </p:nvSpPr>
        <p:spPr>
          <a:xfrm>
            <a:off x="711372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" name="Google Shape;200;p2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Pros and Cons">
  <p:cSld name="TITLE_3_1_1_1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/>
          <p:nvPr/>
        </p:nvSpPr>
        <p:spPr>
          <a:xfrm>
            <a:off x="298286" y="2469752"/>
            <a:ext cx="2849400" cy="2367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3148000" y="2469752"/>
            <a:ext cx="2849400" cy="236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984943" y="2469752"/>
            <a:ext cx="2849400" cy="2367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4"/>
          <p:cNvSpPr/>
          <p:nvPr>
            <p:ph idx="2" type="pic"/>
          </p:nvPr>
        </p:nvSpPr>
        <p:spPr>
          <a:xfrm>
            <a:off x="299192" y="1071125"/>
            <a:ext cx="2861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4"/>
          <p:cNvSpPr/>
          <p:nvPr>
            <p:ph idx="3" type="pic"/>
          </p:nvPr>
        </p:nvSpPr>
        <p:spPr>
          <a:xfrm>
            <a:off x="3147675" y="1071125"/>
            <a:ext cx="28371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"/>
          <p:cNvSpPr/>
          <p:nvPr>
            <p:ph idx="4" type="pic"/>
          </p:nvPr>
        </p:nvSpPr>
        <p:spPr>
          <a:xfrm>
            <a:off x="5984750" y="1071125"/>
            <a:ext cx="2849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"/>
          <p:cNvSpPr txBox="1"/>
          <p:nvPr>
            <p:ph idx="1" type="subTitle"/>
          </p:nvPr>
        </p:nvSpPr>
        <p:spPr>
          <a:xfrm>
            <a:off x="313140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4"/>
          <p:cNvSpPr txBox="1"/>
          <p:nvPr>
            <p:ph idx="5" type="body"/>
          </p:nvPr>
        </p:nvSpPr>
        <p:spPr>
          <a:xfrm>
            <a:off x="3157834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24"/>
          <p:cNvSpPr txBox="1"/>
          <p:nvPr>
            <p:ph idx="6" type="body"/>
          </p:nvPr>
        </p:nvSpPr>
        <p:spPr>
          <a:xfrm>
            <a:off x="6001839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7" type="body"/>
          </p:nvPr>
        </p:nvSpPr>
        <p:spPr>
          <a:xfrm>
            <a:off x="317282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8" type="subTitle"/>
          </p:nvPr>
        </p:nvSpPr>
        <p:spPr>
          <a:xfrm>
            <a:off x="3153692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idx="9" type="subTitle"/>
          </p:nvPr>
        </p:nvSpPr>
        <p:spPr>
          <a:xfrm>
            <a:off x="5997697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ditional Points">
  <p:cSld name="TITLE_3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5"/>
          <p:cNvSpPr/>
          <p:nvPr>
            <p:ph idx="2" type="pic"/>
          </p:nvPr>
        </p:nvSpPr>
        <p:spPr>
          <a:xfrm>
            <a:off x="3789350" y="1216800"/>
            <a:ext cx="5062200" cy="362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5"/>
          <p:cNvSpPr txBox="1"/>
          <p:nvPr>
            <p:ph idx="3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25"/>
          <p:cNvSpPr txBox="1"/>
          <p:nvPr>
            <p:ph idx="4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5"/>
          <p:cNvSpPr txBox="1"/>
          <p:nvPr>
            <p:ph idx="5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5"/>
          <p:cNvSpPr txBox="1"/>
          <p:nvPr>
            <p:ph idx="6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5"/>
          <p:cNvSpPr txBox="1"/>
          <p:nvPr>
            <p:ph idx="7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0" name="Google Shape;230;p2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3_1_1_1_1_1_1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6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7" name="Google Shape;237;p2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3_1_1_1_1_1_1_1_1_1_1_2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2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3_1_1_1_1_1_1_1_1_1_1_2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298300" y="1213300"/>
            <a:ext cx="40788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2983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28"/>
          <p:cNvSpPr/>
          <p:nvPr/>
        </p:nvSpPr>
        <p:spPr>
          <a:xfrm>
            <a:off x="4377100" y="1213300"/>
            <a:ext cx="40788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8"/>
          <p:cNvSpPr txBox="1"/>
          <p:nvPr>
            <p:ph idx="2" type="body"/>
          </p:nvPr>
        </p:nvSpPr>
        <p:spPr>
          <a:xfrm>
            <a:off x="43771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3" name="Google Shape;253;p2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lth and Safety">
  <p:cSld name="TITLE_3_1_1_1_1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>
            <p:ph idx="2" type="pic"/>
          </p:nvPr>
        </p:nvSpPr>
        <p:spPr>
          <a:xfrm>
            <a:off x="3789500" y="1216033"/>
            <a:ext cx="2512800" cy="271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9"/>
          <p:cNvSpPr/>
          <p:nvPr/>
        </p:nvSpPr>
        <p:spPr>
          <a:xfrm>
            <a:off x="6300850" y="1795700"/>
            <a:ext cx="991200" cy="504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9"/>
          <p:cNvSpPr/>
          <p:nvPr>
            <p:ph idx="3" type="pic"/>
          </p:nvPr>
        </p:nvSpPr>
        <p:spPr>
          <a:xfrm>
            <a:off x="6302375" y="2298975"/>
            <a:ext cx="2476800" cy="25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9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9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4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9"/>
          <p:cNvSpPr txBox="1"/>
          <p:nvPr>
            <p:ph idx="6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7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8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/>
          <p:nvPr/>
        </p:nvSpPr>
        <p:spPr>
          <a:xfrm>
            <a:off x="3789500" y="3927425"/>
            <a:ext cx="2512800" cy="549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mmendations">
  <p:cSld name="TITLE_3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/>
          <p:nvPr/>
        </p:nvSpPr>
        <p:spPr>
          <a:xfrm>
            <a:off x="1694350" y="1223800"/>
            <a:ext cx="5755200" cy="3534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" name="Google Shape;276;p3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3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3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ision Making Timelines">
  <p:cSld name="TITLE_3_1_1_1_1_1_1_1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idx="1" type="subTitle"/>
          </p:nvPr>
        </p:nvSpPr>
        <p:spPr>
          <a:xfrm>
            <a:off x="97462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1"/>
          <p:cNvSpPr txBox="1"/>
          <p:nvPr>
            <p:ph idx="2" type="subTitle"/>
          </p:nvPr>
        </p:nvSpPr>
        <p:spPr>
          <a:xfrm>
            <a:off x="1947538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1"/>
          <p:cNvSpPr txBox="1"/>
          <p:nvPr>
            <p:ph idx="3" type="subTitle"/>
          </p:nvPr>
        </p:nvSpPr>
        <p:spPr>
          <a:xfrm>
            <a:off x="292045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1"/>
          <p:cNvSpPr txBox="1"/>
          <p:nvPr>
            <p:ph idx="4" type="subTitle"/>
          </p:nvPr>
        </p:nvSpPr>
        <p:spPr>
          <a:xfrm>
            <a:off x="3893363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5" type="subTitle"/>
          </p:nvPr>
        </p:nvSpPr>
        <p:spPr>
          <a:xfrm>
            <a:off x="486627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idx="6" type="subTitle"/>
          </p:nvPr>
        </p:nvSpPr>
        <p:spPr>
          <a:xfrm>
            <a:off x="5839189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1"/>
          <p:cNvSpPr txBox="1"/>
          <p:nvPr>
            <p:ph idx="7" type="subTitle"/>
          </p:nvPr>
        </p:nvSpPr>
        <p:spPr>
          <a:xfrm>
            <a:off x="681210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1"/>
          <p:cNvSpPr txBox="1"/>
          <p:nvPr>
            <p:ph idx="8" type="subTitle"/>
          </p:nvPr>
        </p:nvSpPr>
        <p:spPr>
          <a:xfrm>
            <a:off x="7785014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9" name="Google Shape;289;p31"/>
          <p:cNvCxnSpPr/>
          <p:nvPr/>
        </p:nvCxnSpPr>
        <p:spPr>
          <a:xfrm>
            <a:off x="326031" y="3827919"/>
            <a:ext cx="830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1"/>
          <p:cNvCxnSpPr/>
          <p:nvPr/>
        </p:nvCxnSpPr>
        <p:spPr>
          <a:xfrm>
            <a:off x="1060840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1"/>
          <p:cNvCxnSpPr/>
          <p:nvPr/>
        </p:nvCxnSpPr>
        <p:spPr>
          <a:xfrm>
            <a:off x="2039296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1"/>
          <p:cNvCxnSpPr/>
          <p:nvPr/>
        </p:nvCxnSpPr>
        <p:spPr>
          <a:xfrm>
            <a:off x="3011282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1"/>
          <p:cNvCxnSpPr/>
          <p:nvPr/>
        </p:nvCxnSpPr>
        <p:spPr>
          <a:xfrm>
            <a:off x="3989739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1"/>
          <p:cNvCxnSpPr/>
          <p:nvPr/>
        </p:nvCxnSpPr>
        <p:spPr>
          <a:xfrm>
            <a:off x="4968195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1"/>
          <p:cNvCxnSpPr/>
          <p:nvPr/>
        </p:nvCxnSpPr>
        <p:spPr>
          <a:xfrm>
            <a:off x="5939111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1"/>
          <p:cNvCxnSpPr/>
          <p:nvPr/>
        </p:nvCxnSpPr>
        <p:spPr>
          <a:xfrm>
            <a:off x="6911098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/>
          <p:nvPr/>
        </p:nvCxnSpPr>
        <p:spPr>
          <a:xfrm>
            <a:off x="7888483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1"/>
          <p:cNvCxnSpPr/>
          <p:nvPr/>
        </p:nvCxnSpPr>
        <p:spPr>
          <a:xfrm>
            <a:off x="15543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2532830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1"/>
          <p:cNvCxnSpPr/>
          <p:nvPr/>
        </p:nvCxnSpPr>
        <p:spPr>
          <a:xfrm>
            <a:off x="350481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1"/>
          <p:cNvCxnSpPr/>
          <p:nvPr/>
        </p:nvCxnSpPr>
        <p:spPr>
          <a:xfrm>
            <a:off x="44832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5461729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1"/>
          <p:cNvCxnSpPr/>
          <p:nvPr/>
        </p:nvCxnSpPr>
        <p:spPr>
          <a:xfrm>
            <a:off x="6432645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1"/>
          <p:cNvCxnSpPr/>
          <p:nvPr/>
        </p:nvCxnSpPr>
        <p:spPr>
          <a:xfrm>
            <a:off x="7404631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8382017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1"/>
          <p:cNvCxnSpPr/>
          <p:nvPr/>
        </p:nvCxnSpPr>
        <p:spPr>
          <a:xfrm>
            <a:off x="56730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1"/>
          <p:cNvSpPr txBox="1"/>
          <p:nvPr>
            <p:ph idx="9" type="body"/>
          </p:nvPr>
        </p:nvSpPr>
        <p:spPr>
          <a:xfrm>
            <a:off x="21972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8" name="Google Shape;308;p31"/>
          <p:cNvSpPr txBox="1"/>
          <p:nvPr>
            <p:ph idx="13" type="body"/>
          </p:nvPr>
        </p:nvSpPr>
        <p:spPr>
          <a:xfrm>
            <a:off x="1676863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9" name="Google Shape;309;p31"/>
          <p:cNvSpPr txBox="1"/>
          <p:nvPr>
            <p:ph idx="14" type="body"/>
          </p:nvPr>
        </p:nvSpPr>
        <p:spPr>
          <a:xfrm>
            <a:off x="3156254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0" name="Google Shape;310;p31"/>
          <p:cNvSpPr txBox="1"/>
          <p:nvPr>
            <p:ph idx="15" type="body"/>
          </p:nvPr>
        </p:nvSpPr>
        <p:spPr>
          <a:xfrm>
            <a:off x="387951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1" name="Google Shape;311;p31"/>
          <p:cNvSpPr txBox="1"/>
          <p:nvPr>
            <p:ph idx="16" type="body"/>
          </p:nvPr>
        </p:nvSpPr>
        <p:spPr>
          <a:xfrm>
            <a:off x="583534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2" name="Google Shape;312;p31"/>
          <p:cNvSpPr txBox="1"/>
          <p:nvPr>
            <p:ph idx="17" type="body"/>
          </p:nvPr>
        </p:nvSpPr>
        <p:spPr>
          <a:xfrm>
            <a:off x="730027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3" name="Google Shape;313;p31"/>
          <p:cNvSpPr txBox="1"/>
          <p:nvPr>
            <p:ph idx="18" type="body"/>
          </p:nvPr>
        </p:nvSpPr>
        <p:spPr>
          <a:xfrm>
            <a:off x="5213426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4" name="Google Shape;314;p3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301794" y="301050"/>
            <a:ext cx="66093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title"/>
          </p:nvPr>
        </p:nvSpPr>
        <p:spPr>
          <a:xfrm>
            <a:off x="279173" y="338025"/>
            <a:ext cx="658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/Outro Slide">
  <p:cSld name="TITLE_3_1_1_1_1_1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4316871" y="2841579"/>
            <a:ext cx="1052100" cy="1086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2213760" y="284815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172300" y="120820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2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3" name="Google Shape;323;p32"/>
          <p:cNvSpPr/>
          <p:nvPr/>
        </p:nvSpPr>
        <p:spPr>
          <a:xfrm>
            <a:off x="4316873" y="230015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2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5" name="Google Shape;325;p3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3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0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/>
          <p:nvPr/>
        </p:nvSpPr>
        <p:spPr>
          <a:xfrm>
            <a:off x="1822200" y="1536600"/>
            <a:ext cx="4986900" cy="108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4"/>
          <p:cNvSpPr txBox="1"/>
          <p:nvPr>
            <p:ph type="title"/>
          </p:nvPr>
        </p:nvSpPr>
        <p:spPr>
          <a:xfrm>
            <a:off x="1822300" y="1548425"/>
            <a:ext cx="4986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34"/>
          <p:cNvSpPr/>
          <p:nvPr/>
        </p:nvSpPr>
        <p:spPr>
          <a:xfrm>
            <a:off x="4655406" y="2617800"/>
            <a:ext cx="2159400" cy="98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4"/>
          <p:cNvSpPr txBox="1"/>
          <p:nvPr>
            <p:ph idx="1" type="subTitle"/>
          </p:nvPr>
        </p:nvSpPr>
        <p:spPr>
          <a:xfrm>
            <a:off x="4649825" y="2625603"/>
            <a:ext cx="21594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9" name="Google Shape;339;p35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/>
          <p:nvPr/>
        </p:nvSpPr>
        <p:spPr>
          <a:xfrm>
            <a:off x="298300" y="1213300"/>
            <a:ext cx="34551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6"/>
          <p:cNvSpPr txBox="1"/>
          <p:nvPr>
            <p:ph idx="1" type="body"/>
          </p:nvPr>
        </p:nvSpPr>
        <p:spPr>
          <a:xfrm>
            <a:off x="3778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6"/>
          <p:cNvSpPr/>
          <p:nvPr/>
        </p:nvSpPr>
        <p:spPr>
          <a:xfrm>
            <a:off x="3753400" y="1213300"/>
            <a:ext cx="34551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36"/>
          <p:cNvSpPr txBox="1"/>
          <p:nvPr>
            <p:ph idx="2" type="body"/>
          </p:nvPr>
        </p:nvSpPr>
        <p:spPr>
          <a:xfrm>
            <a:off x="38329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3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3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4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3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3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/>
          <p:nvPr/>
        </p:nvSpPr>
        <p:spPr>
          <a:xfrm>
            <a:off x="298862" y="1213300"/>
            <a:ext cx="42042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370550" y="1290925"/>
            <a:ext cx="4060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3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38"/>
          <p:cNvSpPr/>
          <p:nvPr/>
        </p:nvSpPr>
        <p:spPr>
          <a:xfrm>
            <a:off x="298300" y="301050"/>
            <a:ext cx="42363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8"/>
          <p:cNvSpPr txBox="1"/>
          <p:nvPr>
            <p:ph type="title"/>
          </p:nvPr>
        </p:nvSpPr>
        <p:spPr>
          <a:xfrm>
            <a:off x="279177" y="338025"/>
            <a:ext cx="42042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9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9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7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1172300" y="2775600"/>
            <a:ext cx="2953200" cy="890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1172300" y="1477197"/>
            <a:ext cx="5841600" cy="1298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4125500" y="2775588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40"/>
          <p:cNvSpPr txBox="1"/>
          <p:nvPr>
            <p:ph type="title"/>
          </p:nvPr>
        </p:nvSpPr>
        <p:spPr>
          <a:xfrm>
            <a:off x="1227050" y="1551048"/>
            <a:ext cx="5732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5" name="Google Shape;375;p40"/>
          <p:cNvSpPr txBox="1"/>
          <p:nvPr>
            <p:ph idx="1" type="subTitle"/>
          </p:nvPr>
        </p:nvSpPr>
        <p:spPr>
          <a:xfrm>
            <a:off x="1240100" y="2837775"/>
            <a:ext cx="28323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1187325" y="3840875"/>
            <a:ext cx="6892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4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4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9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4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4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0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idx="1" type="subTitle"/>
          </p:nvPr>
        </p:nvSpPr>
        <p:spPr>
          <a:xfrm>
            <a:off x="317500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2" type="subTitle"/>
          </p:nvPr>
        </p:nvSpPr>
        <p:spPr>
          <a:xfrm>
            <a:off x="4421675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3"/>
          <p:cNvSpPr txBox="1"/>
          <p:nvPr>
            <p:ph idx="3" type="subTitle"/>
          </p:nvPr>
        </p:nvSpPr>
        <p:spPr>
          <a:xfrm>
            <a:off x="317500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43"/>
          <p:cNvSpPr txBox="1"/>
          <p:nvPr>
            <p:ph idx="4" type="subTitle"/>
          </p:nvPr>
        </p:nvSpPr>
        <p:spPr>
          <a:xfrm>
            <a:off x="4421675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43"/>
          <p:cNvSpPr txBox="1"/>
          <p:nvPr>
            <p:ph idx="5" type="subTitle"/>
          </p:nvPr>
        </p:nvSpPr>
        <p:spPr>
          <a:xfrm>
            <a:off x="317500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3"/>
          <p:cNvSpPr txBox="1"/>
          <p:nvPr>
            <p:ph idx="6" type="subTitle"/>
          </p:nvPr>
        </p:nvSpPr>
        <p:spPr>
          <a:xfrm>
            <a:off x="4421675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4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4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4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/>
          <p:nvPr/>
        </p:nvSpPr>
        <p:spPr>
          <a:xfrm>
            <a:off x="292600" y="1214724"/>
            <a:ext cx="4239000" cy="250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44"/>
          <p:cNvSpPr/>
          <p:nvPr>
            <p:ph idx="2" type="pic"/>
          </p:nvPr>
        </p:nvSpPr>
        <p:spPr>
          <a:xfrm>
            <a:off x="4531775" y="1221524"/>
            <a:ext cx="4302600" cy="363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40319" y="1261074"/>
            <a:ext cx="40614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4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/>
          <p:nvPr/>
        </p:nvSpPr>
        <p:spPr>
          <a:xfrm>
            <a:off x="290556" y="1213300"/>
            <a:ext cx="40176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5"/>
          <p:cNvSpPr/>
          <p:nvPr/>
        </p:nvSpPr>
        <p:spPr>
          <a:xfrm>
            <a:off x="4308218" y="1213300"/>
            <a:ext cx="40176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4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4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4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4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3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/>
          <p:nvPr/>
        </p:nvSpPr>
        <p:spPr>
          <a:xfrm>
            <a:off x="290556" y="1213300"/>
            <a:ext cx="28455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46"/>
          <p:cNvSpPr txBox="1"/>
          <p:nvPr>
            <p:ph idx="1" type="body"/>
          </p:nvPr>
        </p:nvSpPr>
        <p:spPr>
          <a:xfrm>
            <a:off x="379498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/>
        </p:nvSpPr>
        <p:spPr>
          <a:xfrm>
            <a:off x="3135874" y="1213300"/>
            <a:ext cx="28455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46"/>
          <p:cNvSpPr txBox="1"/>
          <p:nvPr>
            <p:ph idx="2" type="body"/>
          </p:nvPr>
        </p:nvSpPr>
        <p:spPr>
          <a:xfrm>
            <a:off x="3224816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6"/>
          <p:cNvSpPr txBox="1"/>
          <p:nvPr>
            <p:ph idx="3" type="subTitle"/>
          </p:nvPr>
        </p:nvSpPr>
        <p:spPr>
          <a:xfrm>
            <a:off x="379498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46"/>
          <p:cNvSpPr txBox="1"/>
          <p:nvPr>
            <p:ph idx="4" type="subTitle"/>
          </p:nvPr>
        </p:nvSpPr>
        <p:spPr>
          <a:xfrm>
            <a:off x="3224816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6"/>
          <p:cNvSpPr/>
          <p:nvPr/>
        </p:nvSpPr>
        <p:spPr>
          <a:xfrm>
            <a:off x="5981304" y="1213300"/>
            <a:ext cx="28455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46"/>
          <p:cNvSpPr txBox="1"/>
          <p:nvPr>
            <p:ph idx="5" type="body"/>
          </p:nvPr>
        </p:nvSpPr>
        <p:spPr>
          <a:xfrm>
            <a:off x="6070247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idx="6" type="subTitle"/>
          </p:nvPr>
        </p:nvSpPr>
        <p:spPr>
          <a:xfrm>
            <a:off x="6070247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4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4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4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/>
          <p:nvPr/>
        </p:nvSpPr>
        <p:spPr>
          <a:xfrm>
            <a:off x="292600" y="1213300"/>
            <a:ext cx="21327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47"/>
          <p:cNvSpPr txBox="1"/>
          <p:nvPr>
            <p:ph idx="1" type="body"/>
          </p:nvPr>
        </p:nvSpPr>
        <p:spPr>
          <a:xfrm>
            <a:off x="388220" y="20640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/>
          <p:nvPr/>
        </p:nvSpPr>
        <p:spPr>
          <a:xfrm>
            <a:off x="2425130" y="1213300"/>
            <a:ext cx="21327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47"/>
          <p:cNvSpPr txBox="1"/>
          <p:nvPr>
            <p:ph idx="2" type="body"/>
          </p:nvPr>
        </p:nvSpPr>
        <p:spPr>
          <a:xfrm>
            <a:off x="2524606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idx="3" type="subTitle"/>
          </p:nvPr>
        </p:nvSpPr>
        <p:spPr>
          <a:xfrm>
            <a:off x="395987" y="13136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4" type="subTitle"/>
          </p:nvPr>
        </p:nvSpPr>
        <p:spPr>
          <a:xfrm>
            <a:off x="2524607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7"/>
          <p:cNvSpPr/>
          <p:nvPr/>
        </p:nvSpPr>
        <p:spPr>
          <a:xfrm>
            <a:off x="4557594" y="1213300"/>
            <a:ext cx="21327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47"/>
          <p:cNvSpPr txBox="1"/>
          <p:nvPr>
            <p:ph idx="5" type="body"/>
          </p:nvPr>
        </p:nvSpPr>
        <p:spPr>
          <a:xfrm>
            <a:off x="465713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47"/>
          <p:cNvSpPr/>
          <p:nvPr/>
        </p:nvSpPr>
        <p:spPr>
          <a:xfrm>
            <a:off x="6690125" y="1213300"/>
            <a:ext cx="21327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47"/>
          <p:cNvSpPr txBox="1"/>
          <p:nvPr>
            <p:ph idx="6" type="body"/>
          </p:nvPr>
        </p:nvSpPr>
        <p:spPr>
          <a:xfrm>
            <a:off x="678958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4" name="Google Shape;444;p47"/>
          <p:cNvSpPr txBox="1"/>
          <p:nvPr>
            <p:ph idx="7" type="subTitle"/>
          </p:nvPr>
        </p:nvSpPr>
        <p:spPr>
          <a:xfrm>
            <a:off x="4657140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7"/>
          <p:cNvSpPr txBox="1"/>
          <p:nvPr>
            <p:ph idx="8" type="subTitle"/>
          </p:nvPr>
        </p:nvSpPr>
        <p:spPr>
          <a:xfrm>
            <a:off x="6789588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4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4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5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"/>
          <p:cNvSpPr/>
          <p:nvPr>
            <p:ph idx="2" type="pic"/>
          </p:nvPr>
        </p:nvSpPr>
        <p:spPr>
          <a:xfrm>
            <a:off x="332000" y="1102925"/>
            <a:ext cx="6915000" cy="37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8"/>
          <p:cNvSpPr/>
          <p:nvPr/>
        </p:nvSpPr>
        <p:spPr>
          <a:xfrm>
            <a:off x="7236337" y="1102925"/>
            <a:ext cx="1097400" cy="46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4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4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4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6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/>
          <p:nvPr/>
        </p:nvSpPr>
        <p:spPr>
          <a:xfrm>
            <a:off x="299641" y="301944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298987" y="3164944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9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1" name="Google Shape;461;p49"/>
          <p:cNvSpPr txBox="1"/>
          <p:nvPr>
            <p:ph idx="1" type="subTitle"/>
          </p:nvPr>
        </p:nvSpPr>
        <p:spPr>
          <a:xfrm>
            <a:off x="335627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49"/>
          <p:cNvSpPr/>
          <p:nvPr/>
        </p:nvSpPr>
        <p:spPr>
          <a:xfrm>
            <a:off x="3055339" y="3164944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49"/>
          <p:cNvSpPr/>
          <p:nvPr>
            <p:ph idx="2" type="pic"/>
          </p:nvPr>
        </p:nvSpPr>
        <p:spPr>
          <a:xfrm>
            <a:off x="305510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49"/>
          <p:cNvSpPr txBox="1"/>
          <p:nvPr>
            <p:ph idx="3" type="subTitle"/>
          </p:nvPr>
        </p:nvSpPr>
        <p:spPr>
          <a:xfrm>
            <a:off x="3085572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49"/>
          <p:cNvSpPr txBox="1"/>
          <p:nvPr>
            <p:ph idx="4" type="body"/>
          </p:nvPr>
        </p:nvSpPr>
        <p:spPr>
          <a:xfrm>
            <a:off x="329783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49"/>
          <p:cNvSpPr txBox="1"/>
          <p:nvPr>
            <p:ph idx="5" type="body"/>
          </p:nvPr>
        </p:nvSpPr>
        <p:spPr>
          <a:xfrm>
            <a:off x="3088466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49"/>
          <p:cNvSpPr/>
          <p:nvPr/>
        </p:nvSpPr>
        <p:spPr>
          <a:xfrm>
            <a:off x="3062463" y="809593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9"/>
          <p:cNvSpPr/>
          <p:nvPr>
            <p:ph idx="6" type="pic"/>
          </p:nvPr>
        </p:nvSpPr>
        <p:spPr>
          <a:xfrm>
            <a:off x="3063994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4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4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7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/>
          <p:nvPr/>
        </p:nvSpPr>
        <p:spPr>
          <a:xfrm>
            <a:off x="298192" y="301228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50"/>
          <p:cNvSpPr/>
          <p:nvPr/>
        </p:nvSpPr>
        <p:spPr>
          <a:xfrm>
            <a:off x="297538" y="3164228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50"/>
          <p:cNvSpPr txBox="1"/>
          <p:nvPr>
            <p:ph idx="1" type="subTitle"/>
          </p:nvPr>
        </p:nvSpPr>
        <p:spPr>
          <a:xfrm>
            <a:off x="334178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50"/>
          <p:cNvSpPr/>
          <p:nvPr/>
        </p:nvSpPr>
        <p:spPr>
          <a:xfrm>
            <a:off x="3053889" y="3164228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50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50"/>
          <p:cNvSpPr/>
          <p:nvPr>
            <p:ph idx="2" type="pic"/>
          </p:nvPr>
        </p:nvSpPr>
        <p:spPr>
          <a:xfrm>
            <a:off x="304061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50"/>
          <p:cNvSpPr txBox="1"/>
          <p:nvPr>
            <p:ph idx="3" type="subTitle"/>
          </p:nvPr>
        </p:nvSpPr>
        <p:spPr>
          <a:xfrm>
            <a:off x="30841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0"/>
          <p:cNvSpPr txBox="1"/>
          <p:nvPr>
            <p:ph idx="4" type="body"/>
          </p:nvPr>
        </p:nvSpPr>
        <p:spPr>
          <a:xfrm>
            <a:off x="328334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0" name="Google Shape;480;p50"/>
          <p:cNvSpPr txBox="1"/>
          <p:nvPr>
            <p:ph idx="5" type="body"/>
          </p:nvPr>
        </p:nvSpPr>
        <p:spPr>
          <a:xfrm>
            <a:off x="30870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1" name="Google Shape;481;p50"/>
          <p:cNvSpPr/>
          <p:nvPr/>
        </p:nvSpPr>
        <p:spPr>
          <a:xfrm>
            <a:off x="3061014" y="808877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50"/>
          <p:cNvSpPr/>
          <p:nvPr>
            <p:ph idx="6" type="pic"/>
          </p:nvPr>
        </p:nvSpPr>
        <p:spPr>
          <a:xfrm>
            <a:off x="30625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5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5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0"/>
          <p:cNvSpPr/>
          <p:nvPr/>
        </p:nvSpPr>
        <p:spPr>
          <a:xfrm>
            <a:off x="5811189" y="3164228"/>
            <a:ext cx="2757300" cy="1683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50"/>
          <p:cNvSpPr txBox="1"/>
          <p:nvPr>
            <p:ph idx="7" type="subTitle"/>
          </p:nvPr>
        </p:nvSpPr>
        <p:spPr>
          <a:xfrm>
            <a:off x="58414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50"/>
          <p:cNvSpPr txBox="1"/>
          <p:nvPr>
            <p:ph idx="8" type="body"/>
          </p:nvPr>
        </p:nvSpPr>
        <p:spPr>
          <a:xfrm>
            <a:off x="58443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50"/>
          <p:cNvSpPr/>
          <p:nvPr>
            <p:ph idx="9" type="pic"/>
          </p:nvPr>
        </p:nvSpPr>
        <p:spPr>
          <a:xfrm>
            <a:off x="58198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8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1"/>
          <p:cNvSpPr/>
          <p:nvPr>
            <p:ph idx="2" type="pic"/>
          </p:nvPr>
        </p:nvSpPr>
        <p:spPr>
          <a:xfrm>
            <a:off x="317500" y="1104900"/>
            <a:ext cx="8521800" cy="373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5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5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9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/>
          <p:nvPr>
            <p:ph idx="2" type="pic"/>
          </p:nvPr>
        </p:nvSpPr>
        <p:spPr>
          <a:xfrm>
            <a:off x="340412" y="3044150"/>
            <a:ext cx="2087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52"/>
          <p:cNvSpPr/>
          <p:nvPr>
            <p:ph idx="3" type="pic"/>
          </p:nvPr>
        </p:nvSpPr>
        <p:spPr>
          <a:xfrm>
            <a:off x="5649300" y="3044303"/>
            <a:ext cx="1190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52"/>
          <p:cNvSpPr/>
          <p:nvPr>
            <p:ph idx="4" type="pic"/>
          </p:nvPr>
        </p:nvSpPr>
        <p:spPr>
          <a:xfrm>
            <a:off x="340400" y="1690778"/>
            <a:ext cx="1416300" cy="133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52"/>
          <p:cNvSpPr/>
          <p:nvPr>
            <p:ph idx="5" type="pic"/>
          </p:nvPr>
        </p:nvSpPr>
        <p:spPr>
          <a:xfrm>
            <a:off x="2443047" y="3044052"/>
            <a:ext cx="1190100" cy="132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52"/>
          <p:cNvSpPr/>
          <p:nvPr>
            <p:ph idx="6" type="pic"/>
          </p:nvPr>
        </p:nvSpPr>
        <p:spPr>
          <a:xfrm>
            <a:off x="3648504" y="3044048"/>
            <a:ext cx="1991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52"/>
          <p:cNvSpPr/>
          <p:nvPr>
            <p:ph idx="7" type="pic"/>
          </p:nvPr>
        </p:nvSpPr>
        <p:spPr>
          <a:xfrm>
            <a:off x="1767376" y="1263050"/>
            <a:ext cx="18813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52"/>
          <p:cNvSpPr/>
          <p:nvPr>
            <p:ph idx="8" type="pic"/>
          </p:nvPr>
        </p:nvSpPr>
        <p:spPr>
          <a:xfrm>
            <a:off x="3648523" y="1263050"/>
            <a:ext cx="1592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52"/>
          <p:cNvSpPr/>
          <p:nvPr>
            <p:ph idx="9" type="pic"/>
          </p:nvPr>
        </p:nvSpPr>
        <p:spPr>
          <a:xfrm>
            <a:off x="5240654" y="1263050"/>
            <a:ext cx="15987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52"/>
          <p:cNvSpPr/>
          <p:nvPr>
            <p:ph idx="13" type="pic"/>
          </p:nvPr>
        </p:nvSpPr>
        <p:spPr>
          <a:xfrm>
            <a:off x="6860149" y="1263050"/>
            <a:ext cx="1962600" cy="355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5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5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5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5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"/>
              <a:buNone/>
              <a:defRPr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614575" y="2355900"/>
            <a:ext cx="5340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738">
          <p15:clr>
            <a:srgbClr val="E46962"/>
          </p15:clr>
        </p15:guide>
        <p15:guide id="3" pos="405">
          <p15:clr>
            <a:srgbClr val="E46962"/>
          </p15:clr>
        </p15:guide>
        <p15:guide id="4" pos="1396">
          <p15:clr>
            <a:srgbClr val="E46962"/>
          </p15:clr>
        </p15:guide>
        <p15:guide id="5" pos="1067">
          <p15:clr>
            <a:srgbClr val="E46962"/>
          </p15:clr>
        </p15:guide>
        <p15:guide id="6" pos="1725">
          <p15:clr>
            <a:srgbClr val="E46962"/>
          </p15:clr>
        </p15:guide>
        <p15:guide id="7" pos="2054">
          <p15:clr>
            <a:srgbClr val="E46962"/>
          </p15:clr>
        </p15:guide>
        <p15:guide id="8" pos="2387">
          <p15:clr>
            <a:srgbClr val="E46962"/>
          </p15:clr>
        </p15:guide>
        <p15:guide id="9" pos="2720">
          <p15:clr>
            <a:srgbClr val="E46962"/>
          </p15:clr>
        </p15:guide>
        <p15:guide id="10" pos="3049">
          <p15:clr>
            <a:srgbClr val="E46962"/>
          </p15:clr>
        </p15:guide>
        <p15:guide id="11" pos="3378">
          <p15:clr>
            <a:srgbClr val="E46962"/>
          </p15:clr>
        </p15:guide>
        <p15:guide id="12" pos="3706">
          <p15:clr>
            <a:srgbClr val="E46962"/>
          </p15:clr>
        </p15:guide>
        <p15:guide id="13" pos="4035">
          <p15:clr>
            <a:srgbClr val="E46962"/>
          </p15:clr>
        </p15:guide>
        <p15:guide id="14" pos="4364">
          <p15:clr>
            <a:srgbClr val="E46962"/>
          </p15:clr>
        </p15:guide>
        <p15:guide id="15" pos="4693">
          <p15:clr>
            <a:srgbClr val="E46962"/>
          </p15:clr>
        </p15:guide>
        <p15:guide id="16" pos="5025">
          <p15:clr>
            <a:srgbClr val="E46962"/>
          </p15:clr>
        </p15:guide>
        <p15:guide id="17" pos="5355">
          <p15:clr>
            <a:srgbClr val="E46962"/>
          </p15:clr>
        </p15:guide>
        <p15:guide id="18" pos="5688">
          <p15:clr>
            <a:srgbClr val="E46962"/>
          </p15:clr>
        </p15:guide>
        <p15:guide id="19" orient="horz" pos="72">
          <p15:clr>
            <a:srgbClr val="E46962"/>
          </p15:clr>
        </p15:guide>
        <p15:guide id="20" orient="horz" pos="417">
          <p15:clr>
            <a:srgbClr val="E46962"/>
          </p15:clr>
        </p15:guide>
        <p15:guide id="21" orient="horz" pos="415">
          <p15:clr>
            <a:srgbClr val="E46962"/>
          </p15:clr>
        </p15:guide>
        <p15:guide id="22" orient="horz" pos="761">
          <p15:clr>
            <a:srgbClr val="E46962"/>
          </p15:clr>
        </p15:guide>
        <p15:guide id="23" orient="horz" pos="1101">
          <p15:clr>
            <a:srgbClr val="E46962"/>
          </p15:clr>
        </p15:guide>
        <p15:guide id="24" orient="horz" pos="1449">
          <p15:clr>
            <a:srgbClr val="E46962"/>
          </p15:clr>
        </p15:guide>
        <p15:guide id="25" orient="horz" pos="1791">
          <p15:clr>
            <a:srgbClr val="E46962"/>
          </p15:clr>
        </p15:guide>
        <p15:guide id="26" orient="horz" pos="2134">
          <p15:clr>
            <a:srgbClr val="E46962"/>
          </p15:clr>
        </p15:guide>
        <p15:guide id="27" orient="horz" pos="2479">
          <p15:clr>
            <a:srgbClr val="E46962"/>
          </p15:clr>
        </p15:guide>
        <p15:guide id="28" orient="horz" pos="2825">
          <p15:clr>
            <a:srgbClr val="E46962"/>
          </p15:clr>
        </p15:guide>
        <p15:guide id="29" orient="horz" pos="3166">
          <p15:clr>
            <a:srgbClr val="E46962"/>
          </p15:clr>
        </p15:guide>
        <p15:guide id="30" pos="184">
          <p15:clr>
            <a:srgbClr val="E46962"/>
          </p15:clr>
        </p15:guide>
        <p15:guide id="31" orient="horz" pos="184">
          <p15:clr>
            <a:srgbClr val="E46962"/>
          </p15:clr>
        </p15:guide>
        <p15:guide id="32" pos="5576">
          <p15:clr>
            <a:srgbClr val="E46962"/>
          </p15:clr>
        </p15:guide>
        <p15:guide id="33" orient="horz" pos="1620">
          <p15:clr>
            <a:srgbClr val="E46962"/>
          </p15:clr>
        </p15:guide>
        <p15:guide id="34" orient="horz" pos="1716">
          <p15:clr>
            <a:srgbClr val="E46962"/>
          </p15:clr>
        </p15:guide>
        <p15:guide id="35" orient="horz" pos="305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3"/>
          <p:cNvSpPr txBox="1"/>
          <p:nvPr>
            <p:ph type="title"/>
          </p:nvPr>
        </p:nvSpPr>
        <p:spPr>
          <a:xfrm>
            <a:off x="2303700" y="3048000"/>
            <a:ext cx="46239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Siyona Behera, Pranav Ramesh, Dylan Van Berkel, David Badalamenti, Ayanna Norfleet</a:t>
            </a:r>
            <a:endParaRPr sz="1700"/>
          </a:p>
        </p:txBody>
      </p:sp>
      <p:sp>
        <p:nvSpPr>
          <p:cNvPr id="512" name="Google Shape;512;p53"/>
          <p:cNvSpPr txBox="1"/>
          <p:nvPr>
            <p:ph idx="2" type="title"/>
          </p:nvPr>
        </p:nvSpPr>
        <p:spPr>
          <a:xfrm>
            <a:off x="2258050" y="1800075"/>
            <a:ext cx="4623900" cy="11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9"/>
              <a:t>Fairness of LLMs in Allocating Chores</a:t>
            </a:r>
            <a:endParaRPr sz="3759"/>
          </a:p>
        </p:txBody>
      </p:sp>
      <p:sp>
        <p:nvSpPr>
          <p:cNvPr id="513" name="Google Shape;513;p53"/>
          <p:cNvSpPr txBox="1"/>
          <p:nvPr/>
        </p:nvSpPr>
        <p:spPr>
          <a:xfrm>
            <a:off x="643300" y="801350"/>
            <a:ext cx="300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59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Project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60"/>
              <a:t>Motivation &amp; Research Context</a:t>
            </a:r>
            <a:endParaRPr sz="2760"/>
          </a:p>
        </p:txBody>
      </p:sp>
      <p:sp>
        <p:nvSpPr>
          <p:cNvPr id="519" name="Google Shape;519;p54"/>
          <p:cNvSpPr txBox="1"/>
          <p:nvPr/>
        </p:nvSpPr>
        <p:spPr>
          <a:xfrm>
            <a:off x="352075" y="1350400"/>
            <a:ext cx="5489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Why chores?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Most fairness studies assume positive goods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→ people want them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Chores are negative goods → people avoid them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Creates new tensions in fairness: EF may conflict with PO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Inspired by Hosseini &amp; Khanna (2025)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Research questions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do LLMs behave when asked to divide undesirable tasks?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Do they naturally produce fair or efficient allocations?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sensitive are results to prompt phrasing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5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60"/>
              <a:t> Project Pipeline Overview</a:t>
            </a:r>
            <a:endParaRPr sz="1960"/>
          </a:p>
        </p:txBody>
      </p:sp>
      <p:sp>
        <p:nvSpPr>
          <p:cNvPr id="525" name="Google Shape;525;p55"/>
          <p:cNvSpPr txBox="1"/>
          <p:nvPr>
            <p:ph idx="1" type="body"/>
          </p:nvPr>
        </p:nvSpPr>
        <p:spPr>
          <a:xfrm>
            <a:off x="30854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Create chore allocation instances</a:t>
            </a:r>
            <a:r>
              <a:rPr lang="en" sz="3000"/>
              <a:t>→</a:t>
            </a:r>
            <a:endParaRPr sz="4300"/>
          </a:p>
        </p:txBody>
      </p:sp>
      <p:sp>
        <p:nvSpPr>
          <p:cNvPr id="526" name="Google Shape;526;p55"/>
          <p:cNvSpPr txBox="1"/>
          <p:nvPr>
            <p:ph idx="4" type="body"/>
          </p:nvPr>
        </p:nvSpPr>
        <p:spPr>
          <a:xfrm>
            <a:off x="2028252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Design prompts (Generate &amp; Select)</a:t>
            </a:r>
            <a:r>
              <a:rPr lang="en" sz="2200"/>
              <a:t> </a:t>
            </a:r>
            <a:r>
              <a:rPr lang="en" sz="1800"/>
              <a:t>→</a:t>
            </a:r>
            <a:endParaRPr sz="2200"/>
          </a:p>
        </p:txBody>
      </p:sp>
      <p:sp>
        <p:nvSpPr>
          <p:cNvPr id="527" name="Google Shape;527;p55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Query LLMs (GPT-4o + Claude 3.5S) </a:t>
            </a:r>
            <a:r>
              <a:rPr lang="en" sz="1800"/>
              <a:t>→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5"/>
          <p:cNvSpPr txBox="1"/>
          <p:nvPr>
            <p:ph idx="2" type="body"/>
          </p:nvPr>
        </p:nvSpPr>
        <p:spPr>
          <a:xfrm>
            <a:off x="5437643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Parse messy LLM outputs into structured allocations </a:t>
            </a:r>
            <a:r>
              <a:rPr lang="en" sz="1700"/>
              <a:t>→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29" name="Google Shape;529;p55"/>
          <p:cNvSpPr txBox="1"/>
          <p:nvPr>
            <p:ph idx="3" type="body"/>
          </p:nvPr>
        </p:nvSpPr>
        <p:spPr>
          <a:xfrm>
            <a:off x="7147349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Evaluate fairness &amp; efficiency criteria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↓</a:t>
            </a:r>
            <a:endParaRPr sz="600"/>
          </a:p>
        </p:txBody>
      </p:sp>
      <p:sp>
        <p:nvSpPr>
          <p:cNvPr id="530" name="Google Shape;530;p55"/>
          <p:cNvSpPr txBox="1"/>
          <p:nvPr>
            <p:ph idx="3" type="body"/>
          </p:nvPr>
        </p:nvSpPr>
        <p:spPr>
          <a:xfrm>
            <a:off x="7147350" y="3322275"/>
            <a:ext cx="1688400" cy="1777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(Final milestone) Aggregate statistics and visualize trends</a:t>
            </a:r>
            <a:br>
              <a:rPr lang="en" sz="2000"/>
            </a:b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Milestone 1 Recap (Instance Generation)</a:t>
            </a:r>
            <a:endParaRPr sz="2060"/>
          </a:p>
        </p:txBody>
      </p:sp>
      <p:sp>
        <p:nvSpPr>
          <p:cNvPr id="536" name="Google Shape;536;p56"/>
          <p:cNvSpPr txBox="1"/>
          <p:nvPr/>
        </p:nvSpPr>
        <p:spPr>
          <a:xfrm>
            <a:off x="352075" y="1350400"/>
            <a:ext cx="548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Dataset: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18 instances (3–5 agents × 3–6 chores)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Each with additive disutilities or costs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Fairness notions selected: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EF, EF1, EQ, RMM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Efficiency notions: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PO, SO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Prompts created: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Generate-mode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Select-mode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Disutility vs cost phrasing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56"/>
          <p:cNvSpPr txBox="1"/>
          <p:nvPr/>
        </p:nvSpPr>
        <p:spPr>
          <a:xfrm>
            <a:off x="5949650" y="2724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8" name="Google Shape;538;p56" title="Screenshot 2025-12-09 at 4.30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650" y="2936724"/>
            <a:ext cx="4747749" cy="1835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60"/>
              <a:t>Instance Creation Examples (Example 1)</a:t>
            </a:r>
            <a:endParaRPr sz="2160"/>
          </a:p>
        </p:txBody>
      </p:sp>
      <p:sp>
        <p:nvSpPr>
          <p:cNvPr id="544" name="Google Shape;544;p57"/>
          <p:cNvSpPr txBox="1"/>
          <p:nvPr/>
        </p:nvSpPr>
        <p:spPr>
          <a:xfrm>
            <a:off x="341125" y="1532850"/>
            <a:ext cx="33468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Spread out bad chores differently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Create conflicts: Trash is bad for all → EF becomes tricky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Forces LLM to choose between balance vs efficiency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45" name="Google Shape;545;p57" title="Screenshot 2025-12-08 at 2.58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388" y="1393287"/>
            <a:ext cx="5140326" cy="2661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58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Example Instance: 5 Agents × 4 Chores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rgbClr val="000000"/>
                </a:solidFill>
              </a:rPr>
              <a:t>One agent has extremely high cost for one task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rgbClr val="000000"/>
                </a:solidFill>
              </a:rPr>
              <a:t>Two agents have similar costs → interesting EQ dynamics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rgbClr val="000000"/>
                </a:solidFill>
              </a:rPr>
              <a:t>Some chores universally bad (disutility &gt; −8)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552" name="Google Shape;552;p5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8058"/>
              <a:buFont typeface="Arial"/>
              <a:buNone/>
            </a:pPr>
            <a:r>
              <a:rPr lang="en" sz="2060"/>
              <a:t>Instance Creation Examples (Example 2)</a:t>
            </a:r>
            <a:endParaRPr sz="20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8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60"/>
              <a:t>Fairness &amp; Efficiency Concepts We Focus On</a:t>
            </a:r>
            <a:endParaRPr sz="1960"/>
          </a:p>
        </p:txBody>
      </p:sp>
      <p:sp>
        <p:nvSpPr>
          <p:cNvPr id="559" name="Google Shape;559;p59"/>
          <p:cNvSpPr txBox="1"/>
          <p:nvPr/>
        </p:nvSpPr>
        <p:spPr>
          <a:xfrm>
            <a:off x="169075" y="1208200"/>
            <a:ext cx="39663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Fairness Criteria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EF – No one prefers another’s bundle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EF1 – EF up to removing one item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EQ – Equal total disutility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RMM – Rawlsian maximin (maximize minimum utility)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Efficiency Criteria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PO – No agent can be made better without harming another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SO – Minimize total disutility (global efficiency)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0" name="Google Shape;56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125" y="1218300"/>
            <a:ext cx="4736874" cy="324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Worked Example: Envy-Freeness (EF)</a:t>
            </a:r>
            <a:endParaRPr sz="2060"/>
          </a:p>
        </p:txBody>
      </p:sp>
      <p:sp>
        <p:nvSpPr>
          <p:cNvPr id="566" name="Google Shape;566;p60"/>
          <p:cNvSpPr txBox="1"/>
          <p:nvPr/>
        </p:nvSpPr>
        <p:spPr>
          <a:xfrm>
            <a:off x="341125" y="1346825"/>
            <a:ext cx="5562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Example Instance: 5 Agents × 4 Chores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One agent has extremely high cost for one task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Two agents have similar costs → interesting EQ dynamics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Some chores universally bad (disutility &gt; −8)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Worked Example: PO / SO</a:t>
            </a:r>
            <a:endParaRPr sz="2060"/>
          </a:p>
        </p:txBody>
      </p:sp>
      <p:sp>
        <p:nvSpPr>
          <p:cNvPr id="572" name="Google Shape;572;p61"/>
          <p:cNvSpPr txBox="1"/>
          <p:nvPr/>
        </p:nvSpPr>
        <p:spPr>
          <a:xfrm>
            <a:off x="341125" y="1346825"/>
            <a:ext cx="5141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Example Instance: 5 Agents × 4 Chores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One agent has extremely high cost for one task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Two agents have similar costs → interesting EQ dynamics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Some chores universally bad (disutility &gt; −8)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60"/>
              <a:t>Milestone 2 Goals</a:t>
            </a:r>
            <a:endParaRPr sz="2460"/>
          </a:p>
        </p:txBody>
      </p:sp>
      <p:sp>
        <p:nvSpPr>
          <p:cNvPr id="578" name="Google Shape;578;p62"/>
          <p:cNvSpPr txBox="1"/>
          <p:nvPr/>
        </p:nvSpPr>
        <p:spPr>
          <a:xfrm>
            <a:off x="352075" y="1350400"/>
            <a:ext cx="54894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Primary objectives: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Build working API pipeline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Test pipeline with at least two LLMs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Parse and extract allocations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Compute fairness/efficiency of outputs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Deliverable: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 successful end-to-end query + fairness evaluation.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3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584" name="Google Shape;584;p63"/>
          <p:cNvSpPr txBox="1"/>
          <p:nvPr>
            <p:ph idx="3" type="body"/>
          </p:nvPr>
        </p:nvSpPr>
        <p:spPr>
          <a:xfrm>
            <a:off x="4476125" y="1149080"/>
            <a:ext cx="4346700" cy="21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Two prompt modes: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Generate: LLM invents an allocation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Select: LLM chooses from 3 candidates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Two phrasings: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Negative disutilities (“−7 means worse”)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Positive costs (“Cost 7 means worse”)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Why both matter: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Models often behave differently depending on negativity framing.</a:t>
            </a:r>
            <a:endParaRPr/>
          </a:p>
        </p:txBody>
      </p:sp>
      <p:pic>
        <p:nvPicPr>
          <p:cNvPr id="585" name="Google Shape;58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719" y="3594250"/>
            <a:ext cx="4605381" cy="14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62" y="3631225"/>
            <a:ext cx="4400675" cy="139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3" title="Screenshot 2025-12-10 at 3.20.2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75" y="1710325"/>
            <a:ext cx="4243050" cy="92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4"/>
          <p:cNvSpPr txBox="1"/>
          <p:nvPr>
            <p:ph idx="4294967295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 Example Prompt (Generate-Mode)</a:t>
            </a:r>
            <a:endParaRPr sz="2060"/>
          </a:p>
        </p:txBody>
      </p:sp>
      <p:sp>
        <p:nvSpPr>
          <p:cNvPr id="593" name="Google Shape;593;p64"/>
          <p:cNvSpPr txBox="1"/>
          <p:nvPr/>
        </p:nvSpPr>
        <p:spPr>
          <a:xfrm>
            <a:off x="5023125" y="29260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Show actual prompt text from your Colab:</a:t>
            </a:r>
            <a:endParaRPr/>
          </a:p>
        </p:txBody>
      </p:sp>
      <p:pic>
        <p:nvPicPr>
          <p:cNvPr id="594" name="Google Shape;594;p64" title="Screenshot 2025-12-10 at 2.56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0000"/>
            <a:ext cx="8839204" cy="2826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 txBox="1"/>
          <p:nvPr>
            <p:ph idx="4294967295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 Example Prompt (Select-Mode)</a:t>
            </a:r>
            <a:endParaRPr sz="2060"/>
          </a:p>
        </p:txBody>
      </p:sp>
      <p:sp>
        <p:nvSpPr>
          <p:cNvPr id="600" name="Google Shape;600;p65"/>
          <p:cNvSpPr txBox="1"/>
          <p:nvPr/>
        </p:nvSpPr>
        <p:spPr>
          <a:xfrm>
            <a:off x="5023125" y="29260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Show prompt with 3 candidate allocations.</a:t>
            </a:r>
            <a:endParaRPr/>
          </a:p>
        </p:txBody>
      </p:sp>
      <p:pic>
        <p:nvPicPr>
          <p:cNvPr id="601" name="Google Shape;601;p65" title="Screenshot 2025-12-10 at 2.56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6225"/>
            <a:ext cx="8839204" cy="294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60"/>
              <a:t>LLM Configuration</a:t>
            </a:r>
            <a:endParaRPr sz="2760"/>
          </a:p>
        </p:txBody>
      </p:sp>
      <p:sp>
        <p:nvSpPr>
          <p:cNvPr id="607" name="Google Shape;607;p66"/>
          <p:cNvSpPr txBox="1"/>
          <p:nvPr/>
        </p:nvSpPr>
        <p:spPr>
          <a:xfrm>
            <a:off x="352075" y="1350400"/>
            <a:ext cx="5489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Models tested: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GPT-4o (OpenAI)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Claude 3.5 Sonnet (Anthropic)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Settings: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Temperature = 1.0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~10 test runs per model for 5 instances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JSON-safe format preferred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7" title="Screenshot 2025-12-10 at 3.05.51 PM.png"/>
          <p:cNvPicPr preferRelativeResize="0"/>
          <p:nvPr/>
        </p:nvPicPr>
        <p:blipFill rotWithShape="1">
          <a:blip r:embed="rId3">
            <a:alphaModFix/>
          </a:blip>
          <a:srcRect b="84082" l="0" r="0" t="0"/>
          <a:stretch/>
        </p:blipFill>
        <p:spPr>
          <a:xfrm>
            <a:off x="0" y="-59325"/>
            <a:ext cx="9144003" cy="58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7" title="Screenshot 2025-12-10 at 3.05.51 PM.png"/>
          <p:cNvPicPr preferRelativeResize="0"/>
          <p:nvPr/>
        </p:nvPicPr>
        <p:blipFill rotWithShape="1">
          <a:blip r:embed="rId3">
            <a:alphaModFix/>
          </a:blip>
          <a:srcRect b="0" l="3614" r="0" t="0"/>
          <a:stretch/>
        </p:blipFill>
        <p:spPr>
          <a:xfrm>
            <a:off x="0" y="1429484"/>
            <a:ext cx="9144003" cy="2065967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>
                <a:solidFill>
                  <a:schemeClr val="lt1"/>
                </a:solidFill>
              </a:rPr>
              <a:t>API Pipeline Flow</a:t>
            </a:r>
            <a:endParaRPr sz="206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68" title="Screenshot 2025-12-10 at 3.05.51 PM.png"/>
          <p:cNvPicPr preferRelativeResize="0"/>
          <p:nvPr/>
        </p:nvPicPr>
        <p:blipFill rotWithShape="1">
          <a:blip r:embed="rId3">
            <a:alphaModFix/>
          </a:blip>
          <a:srcRect b="84082" l="0" r="0" t="0"/>
          <a:stretch/>
        </p:blipFill>
        <p:spPr>
          <a:xfrm>
            <a:off x="0" y="-59325"/>
            <a:ext cx="9144003" cy="58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>
                <a:solidFill>
                  <a:schemeClr val="lt1"/>
                </a:solidFill>
              </a:rPr>
              <a:t>API Pipeline Flow Continued</a:t>
            </a:r>
            <a:endParaRPr sz="2060">
              <a:solidFill>
                <a:schemeClr val="lt1"/>
              </a:solidFill>
            </a:endParaRPr>
          </a:p>
        </p:txBody>
      </p:sp>
      <p:pic>
        <p:nvPicPr>
          <p:cNvPr id="621" name="Google Shape;621;p68" title="Screenshot 2025-12-10 at 3.07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5175" y="942975"/>
            <a:ext cx="65722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Parsing Challenges</a:t>
            </a:r>
            <a:endParaRPr sz="2060"/>
          </a:p>
        </p:txBody>
      </p:sp>
      <p:sp>
        <p:nvSpPr>
          <p:cNvPr id="627" name="Google Shape;627;p69"/>
          <p:cNvSpPr txBox="1"/>
          <p:nvPr/>
        </p:nvSpPr>
        <p:spPr>
          <a:xfrm>
            <a:off x="341125" y="1135000"/>
            <a:ext cx="3346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LLMs returned formats like: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JSON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Chore → Agent lines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Agent: [Chore list]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Markdown tables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Entire explanations + multiple allocations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Solution: Two layered parsing script.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Grab “the first JSON object” out of any messy text. If we get something invalid it's ignored.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Enforce the expected allocation shape.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8" name="Google Shape;628;p69" title="Screenshot 2025-12-10 at 3.11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438" y="1208200"/>
            <a:ext cx="5151274" cy="34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0"/>
          <p:cNvSpPr txBox="1"/>
          <p:nvPr>
            <p:ph idx="4294967295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Example</a:t>
            </a:r>
            <a:endParaRPr/>
          </a:p>
        </p:txBody>
      </p:sp>
      <p:sp>
        <p:nvSpPr>
          <p:cNvPr id="634" name="Google Shape;634;p70"/>
          <p:cNvSpPr txBox="1"/>
          <p:nvPr/>
        </p:nvSpPr>
        <p:spPr>
          <a:xfrm>
            <a:off x="114300" y="1451200"/>
            <a:ext cx="30000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Show: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Instance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Prompt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Raw LLM Response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Parser Output (JSON)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Fairness results table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5" name="Google Shape;635;p70" title="Screenshot 2025-12-10 at 3.21.29 PM.png"/>
          <p:cNvPicPr preferRelativeResize="0"/>
          <p:nvPr/>
        </p:nvPicPr>
        <p:blipFill rotWithShape="1">
          <a:blip r:embed="rId3">
            <a:alphaModFix/>
          </a:blip>
          <a:srcRect b="35031" l="0" r="0" t="0"/>
          <a:stretch/>
        </p:blipFill>
        <p:spPr>
          <a:xfrm>
            <a:off x="-51500" y="954163"/>
            <a:ext cx="3165799" cy="334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6722" y="1899299"/>
            <a:ext cx="6173548" cy="1649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7" name="Google Shape;637;p70"/>
          <p:cNvCxnSpPr>
            <a:stCxn id="635" idx="0"/>
            <a:endCxn id="636" idx="0"/>
          </p:cNvCxnSpPr>
          <p:nvPr/>
        </p:nvCxnSpPr>
        <p:spPr>
          <a:xfrm flipH="1" rot="-5400000">
            <a:off x="3234950" y="-749387"/>
            <a:ext cx="945000" cy="4352100"/>
          </a:xfrm>
          <a:prstGeom prst="curvedConnector3">
            <a:avLst>
              <a:gd fmla="val -25198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60"/>
              <a:t>Early Observations from 10 Trial Runs</a:t>
            </a:r>
            <a:endParaRPr sz="2260"/>
          </a:p>
        </p:txBody>
      </p:sp>
      <p:sp>
        <p:nvSpPr>
          <p:cNvPr id="643" name="Google Shape;643;p71"/>
          <p:cNvSpPr txBox="1"/>
          <p:nvPr/>
        </p:nvSpPr>
        <p:spPr>
          <a:xfrm>
            <a:off x="352075" y="1350400"/>
            <a:ext cx="5489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Interesting early patterns: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GPT-4o tries to balance total cost (SO-heavy)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Claude prefers symmetry (EQ-focused)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PO is satisfied more often than EF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Disutility phrasing causes more cautious allocations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Cost phrasing causes models to minimize extremes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2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p72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Prompt phrasing strongly influences fairness results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Parsing is much harder than expected — LLMs produce messy outputs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 fairness notions are naturally harder for LLMs (EF rarely holds)</a:t>
            </a:r>
            <a:endParaRPr sz="1800"/>
          </a:p>
        </p:txBody>
      </p:sp>
      <p:sp>
        <p:nvSpPr>
          <p:cNvPr id="650" name="Google Shape;650;p7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651" name="Google Shape;651;p72"/>
          <p:cNvSpPr txBox="1"/>
          <p:nvPr>
            <p:ph idx="4294967295" type="sldNum"/>
          </p:nvPr>
        </p:nvSpPr>
        <p:spPr>
          <a:xfrm>
            <a:off x="8229913" y="311888"/>
            <a:ext cx="528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ptions Proposal">
  <a:themeElements>
    <a:clrScheme name="Simple Light">
      <a:dk1>
        <a:srgbClr val="1D1D1D"/>
      </a:dk1>
      <a:lt1>
        <a:srgbClr val="FFFFF0"/>
      </a:lt1>
      <a:dk2>
        <a:srgbClr val="51BD85"/>
      </a:dk2>
      <a:lt2>
        <a:srgbClr val="FF6652"/>
      </a:lt2>
      <a:accent1>
        <a:srgbClr val="FFE534"/>
      </a:accent1>
      <a:accent2>
        <a:srgbClr val="FFBBDC"/>
      </a:accent2>
      <a:accent3>
        <a:srgbClr val="6AD2E6"/>
      </a:accent3>
      <a:accent4>
        <a:srgbClr val="DBC89F"/>
      </a:accent4>
      <a:accent5>
        <a:srgbClr val="D8E4D6"/>
      </a:accent5>
      <a:accent6>
        <a:srgbClr val="FFFFFF"/>
      </a:accent6>
      <a:hlink>
        <a:srgbClr val="6AD2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